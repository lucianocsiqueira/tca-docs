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84" r:id="rId5"/>
    <p:sldId id="285" r:id="rId6"/>
    <p:sldId id="280" r:id="rId7"/>
    <p:sldId id="283" r:id="rId8"/>
    <p:sldId id="281" r:id="rId9"/>
    <p:sldId id="286" r:id="rId10"/>
    <p:sldId id="287" r:id="rId11"/>
    <p:sldId id="288" r:id="rId12"/>
    <p:sldId id="289" r:id="rId13"/>
    <p:sldId id="290" r:id="rId14"/>
    <p:sldId id="28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981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277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205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774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315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334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58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149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512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809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192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2098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324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758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4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7440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27B372-CC29-1417-0707-19C3ED926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large, sitting, white, numbers">
            <a:extLst>
              <a:ext uri="{FF2B5EF4-FFF2-40B4-BE49-F238E27FC236}">
                <a16:creationId xmlns:a16="http://schemas.microsoft.com/office/drawing/2014/main" id="{CC0B84BF-1F3C-0F3A-9528-F29ADAE8062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" y="0"/>
            <a:ext cx="12191356" cy="6858000"/>
          </a:xfrm>
          <a:prstGeom prst="rect">
            <a:avLst/>
          </a:prstGeom>
        </p:spPr>
      </p:pic>
      <p:sp useBgFill="1">
        <p:nvSpPr>
          <p:cNvPr id="96" name="Freeform 5">
            <a:extLst>
              <a:ext uri="{FF2B5EF4-FFF2-40B4-BE49-F238E27FC236}">
                <a16:creationId xmlns:a16="http://schemas.microsoft.com/office/drawing/2014/main" id="{2BD35205-11A1-E214-2721-F5019E600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A91165-9D5B-61EB-990B-8431D477E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1556373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TCA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680182-EE99-18BC-2126-68E0B3F39D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3482937"/>
            <a:ext cx="3485072" cy="1701540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5792BA"/>
                </a:solidFill>
              </a:rPr>
              <a:t>Bruno Rian Nunes de Souza</a:t>
            </a:r>
          </a:p>
          <a:p>
            <a:pPr algn="l"/>
            <a:r>
              <a:rPr lang="en-US" sz="2300" dirty="0">
                <a:solidFill>
                  <a:srgbClr val="5792BA"/>
                </a:solidFill>
              </a:rPr>
              <a:t>Luciano </a:t>
            </a:r>
          </a:p>
        </p:txBody>
      </p:sp>
    </p:spTree>
    <p:extLst>
      <p:ext uri="{BB962C8B-B14F-4D97-AF65-F5344CB8AC3E}">
        <p14:creationId xmlns:p14="http://schemas.microsoft.com/office/powerpoint/2010/main" val="2013415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6EF43-71F2-2487-C611-904159A0CC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Entrada épica - jogo rodando cm musica no fundo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226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large, sitting, white, numbers">
            <a:extLst>
              <a:ext uri="{FF2B5EF4-FFF2-40B4-BE49-F238E27FC236}">
                <a16:creationId xmlns:a16="http://schemas.microsoft.com/office/drawing/2014/main" id="{9A5D9ED1-DFCC-4799-89E2-D118451B98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356" cy="6858000"/>
          </a:xfrm>
          <a:prstGeom prst="rect">
            <a:avLst/>
          </a:prstGeom>
        </p:spPr>
      </p:pic>
      <p:sp useBgFill="1">
        <p:nvSpPr>
          <p:cNvPr id="96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50402" y="1420483"/>
            <a:ext cx="2211238" cy="1028405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SNES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4980" y="2893000"/>
            <a:ext cx="3485072" cy="2544516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5792BA"/>
                </a:solidFill>
              </a:rPr>
              <a:t>VANTAGENS</a:t>
            </a:r>
          </a:p>
          <a:p>
            <a:r>
              <a:rPr lang="en-US" sz="3200" b="1" dirty="0">
                <a:solidFill>
                  <a:srgbClr val="5792BA"/>
                </a:solidFill>
              </a:rPr>
              <a:t>X</a:t>
            </a:r>
          </a:p>
          <a:p>
            <a:r>
              <a:rPr lang="en-US" sz="3200" b="1" dirty="0">
                <a:solidFill>
                  <a:srgbClr val="5792BA"/>
                </a:solidFill>
              </a:rPr>
              <a:t>DESVANTAGENS</a:t>
            </a:r>
          </a:p>
        </p:txBody>
      </p:sp>
    </p:spTree>
    <p:extLst>
      <p:ext uri="{BB962C8B-B14F-4D97-AF65-F5344CB8AC3E}">
        <p14:creationId xmlns:p14="http://schemas.microsoft.com/office/powerpoint/2010/main" val="1583120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4A503-597A-8781-E2D1-A77473F3F6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video mostrando jogos de snes cm musica no fundo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232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1F205-E8A9-4237-8AD2-ABD9BF694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>
            <a:normAutofit fontScale="90000"/>
          </a:bodyPr>
          <a:lstStyle/>
          <a:p>
            <a:r>
              <a:rPr lang="pt-BR" dirty="0"/>
              <a:t>snes-ide e pvsneslib, o que são e por que usá-las - add video mostrando o uso delas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AF698-A320-8A3A-72E3-11140EB6D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077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F3E40-3EE6-FF04-A4C0-5F233C60E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javasnes a engine, o que é e como usar? - video épico mostrando os exemplos da javasnes rodando com musica no fundo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31D39-FD51-A461-D0DA-312DD2706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3023419"/>
            <a:ext cx="10353762" cy="276778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875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4C9B5-3C64-5F64-BA97-FFE3FF6D70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1600199"/>
            <a:ext cx="9440034" cy="1828801"/>
          </a:xfrm>
        </p:spPr>
        <p:txBody>
          <a:bodyPr>
            <a:normAutofit fontScale="90000"/>
          </a:bodyPr>
          <a:lstStyle/>
          <a:p>
            <a:r>
              <a:rPr lang="pt-BR" dirty="0"/>
              <a:t>Nosso projeto de jogo, ideia e objetivos - mostrar parte do show ao vivo the wall pink floyd -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27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FA028-B0E8-0C14-51DA-60A3CB6ED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pt-BR" dirty="0"/>
              <a:t>Plano de desenvolvimento; </a:t>
            </a:r>
            <a:br>
              <a:rPr lang="pt-BR" dirty="0"/>
            </a:br>
            <a:r>
              <a:rPr lang="pt-BR" dirty="0"/>
              <a:t>Engenharia de software no jogo; </a:t>
            </a:r>
            <a:br>
              <a:rPr lang="pt-BR" dirty="0"/>
            </a:br>
            <a:r>
              <a:rPr lang="pt-BR" dirty="0"/>
              <a:t>Mapa e sprite.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132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50D1E-9477-A36C-1753-4810428CD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Mostrar fluxo de funcionamento/jogabilidade do jogo(ainda sem código)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1CA14-9DA9-8D78-14C4-DBB794ACD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video jogando o jogo com musica no fundo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170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C40D5-CC6E-8D8A-DC3E-E2EA60F60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599"/>
            <a:ext cx="10353762" cy="3844413"/>
          </a:xfrm>
        </p:spPr>
        <p:txBody>
          <a:bodyPr>
            <a:normAutofit/>
          </a:bodyPr>
          <a:lstStyle/>
          <a:p>
            <a:r>
              <a:rPr lang="pt-BR" dirty="0"/>
              <a:t>Mostrar o fluxograma de funcionamento/codigo interno logo em seguida- mostrae nosso jogo em todas as plataformas possíveis em pequenos cortes com musica de fundo e transição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699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large, sitting, white, numbers">
            <a:extLst>
              <a:ext uri="{FF2B5EF4-FFF2-40B4-BE49-F238E27FC236}">
                <a16:creationId xmlns:a16="http://schemas.microsoft.com/office/drawing/2014/main" id="{E5F15AFF-733A-94A0-C0E1-A59FEC80CB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" y="0"/>
            <a:ext cx="12191356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7DAE7-4A5A-B808-544F-D9DF7325E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1717" y="1958463"/>
            <a:ext cx="10353762" cy="1079705"/>
          </a:xfrm>
        </p:spPr>
        <p:txBody>
          <a:bodyPr>
            <a:normAutofit/>
          </a:bodyPr>
          <a:lstStyle/>
          <a:p>
            <a:r>
              <a:rPr lang="pt-BR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Considerações finais e futuras ideias;</a:t>
            </a:r>
            <a:endParaRPr lang="en-US" sz="3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422021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Arial Nova">
      <a:majorFont>
        <a:latin typeface="Arial Nova Light"/>
        <a:ea typeface=""/>
        <a:cs typeface=""/>
      </a:majorFont>
      <a:minorFont>
        <a:latin typeface="Arial Nova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E70FC5-1855-47AB-8CE1-CB3C873A898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30CB38EC-895A-4F8F-8F75-E263501ABB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60E646-30AD-4BA0-97EA-A7A07DF54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{7B7CB0F2-C19F-4EBE-9D03-18F1140F41A8}TF44c8ba04-08d0-4be5-99b0-3ee2a8f0f11401c8fd43_win32-463ac1ec4738</Template>
  <TotalTime>183</TotalTime>
  <Words>162</Words>
  <Application>Microsoft Office PowerPoint</Application>
  <PresentationFormat>Widescreen</PresentationFormat>
  <Paragraphs>17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Nova</vt:lpstr>
      <vt:lpstr>Arial Nova Light</vt:lpstr>
      <vt:lpstr>Wingdings 2</vt:lpstr>
      <vt:lpstr>SlateVTI</vt:lpstr>
      <vt:lpstr>TCA</vt:lpstr>
      <vt:lpstr>Entrada épica - jogo rodando cm musica no fundo</vt:lpstr>
      <vt:lpstr>SNES</vt:lpstr>
      <vt:lpstr>video mostrando jogos de snes cm musica no fundo</vt:lpstr>
      <vt:lpstr>snes-ide e pvsneslib, o que são e por que usá-las - add video mostrando o uso delas</vt:lpstr>
      <vt:lpstr>javasnes a engine, o que é e como usar? - video épico mostrando os exemplos da javasnes rodando com musica no fundo</vt:lpstr>
      <vt:lpstr>Nosso projeto de jogo, ideia e objetivos - mostrar parte do show ao vivo the wall pink floyd -</vt:lpstr>
      <vt:lpstr>Plano de desenvolvimento;  Engenharia de software no jogo;  Mapa e sprite.</vt:lpstr>
      <vt:lpstr>Mostrar fluxo de funcionamento/jogabilidade do jogo(ainda sem código)</vt:lpstr>
      <vt:lpstr>Mostrar o fluxograma de funcionamento/codigo interno logo em seguida- mostrae nosso jogo em todas as plataformas possíveis em pequenos cortes com musica de fundo e transição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Kelly</dc:creator>
  <cp:lastModifiedBy>Kelly</cp:lastModifiedBy>
  <cp:revision>4</cp:revision>
  <dcterms:created xsi:type="dcterms:W3CDTF">2025-11-22T16:33:51Z</dcterms:created>
  <dcterms:modified xsi:type="dcterms:W3CDTF">2025-11-22T19:36:59Z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